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3ED4-6709-44C7-92A0-DA96D1B51C5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C8A368E-07F8-4DA7-95F7-0188C2B3AE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984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3ED4-6709-44C7-92A0-DA96D1B51C5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368E-07F8-4DA7-95F7-0188C2B3AE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794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3ED4-6709-44C7-92A0-DA96D1B51C5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C8A368E-07F8-4DA7-95F7-0188C2B3AE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167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3ED4-6709-44C7-92A0-DA96D1B51C5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C8A368E-07F8-4DA7-95F7-0188C2B3AE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50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3ED4-6709-44C7-92A0-DA96D1B51C5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C8A368E-07F8-4DA7-95F7-0188C2B3AE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68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3ED4-6709-44C7-92A0-DA96D1B51C5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368E-07F8-4DA7-95F7-0188C2B3AE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291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3ED4-6709-44C7-92A0-DA96D1B51C5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368E-07F8-4DA7-95F7-0188C2B3AE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000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3ED4-6709-44C7-92A0-DA96D1B51C5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368E-07F8-4DA7-95F7-0188C2B3AE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015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3ED4-6709-44C7-92A0-DA96D1B51C5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C8A368E-07F8-4DA7-95F7-0188C2B3AE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396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3ED4-6709-44C7-92A0-DA96D1B51C5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C8A368E-07F8-4DA7-95F7-0188C2B3AE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97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3ED4-6709-44C7-92A0-DA96D1B51C5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C8A368E-07F8-4DA7-95F7-0188C2B3AEC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69404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3ED4-6709-44C7-92A0-DA96D1B51C5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C8A368E-07F8-4DA7-95F7-0188C2B3AE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2039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3ED4-6709-44C7-92A0-DA96D1B51C5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C8A368E-07F8-4DA7-95F7-0188C2B3AEC4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828267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3ED4-6709-44C7-92A0-DA96D1B51C5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C8A368E-07F8-4DA7-95F7-0188C2B3AE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26011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3ED4-6709-44C7-92A0-DA96D1B51C5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368E-07F8-4DA7-95F7-0188C2B3AE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6714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3ED4-6709-44C7-92A0-DA96D1B51C5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368E-07F8-4DA7-95F7-0188C2B3AE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547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43ED4-6709-44C7-92A0-DA96D1B51C5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C8A368E-07F8-4DA7-95F7-0188C2B3AE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0392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777241"/>
            <a:ext cx="10773091" cy="1756954"/>
          </a:xfrm>
        </p:spPr>
        <p:txBody>
          <a:bodyPr/>
          <a:lstStyle/>
          <a:p>
            <a:r>
              <a:rPr lang="en-US" dirty="0" smtClean="0"/>
              <a:t>Sales performance dashboard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77795" y="5459174"/>
            <a:ext cx="3199632" cy="1176010"/>
          </a:xfrm>
        </p:spPr>
        <p:txBody>
          <a:bodyPr/>
          <a:lstStyle/>
          <a:p>
            <a:r>
              <a:rPr lang="en-US" dirty="0"/>
              <a:t>Prepared by – </a:t>
            </a:r>
            <a:endParaRPr lang="en-US" dirty="0" smtClean="0"/>
          </a:p>
          <a:p>
            <a:r>
              <a:rPr lang="en-US" dirty="0" smtClean="0"/>
              <a:t>Aleena Ahmad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773680" y="2770053"/>
            <a:ext cx="6096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dirty="0"/>
              <a:t>Data analysis internship</a:t>
            </a:r>
          </a:p>
          <a:p>
            <a:r>
              <a:rPr lang="en-US" sz="3200" dirty="0"/>
              <a:t>Task – 4</a:t>
            </a:r>
          </a:p>
          <a:p>
            <a:r>
              <a:rPr lang="en-US" sz="3200" dirty="0"/>
              <a:t>Tools used – Power BI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01786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6366" y="1750423"/>
            <a:ext cx="9558246" cy="4160799"/>
          </a:xfrm>
        </p:spPr>
        <p:txBody>
          <a:bodyPr/>
          <a:lstStyle/>
          <a:p>
            <a:r>
              <a:rPr lang="en-US" dirty="0"/>
              <a:t>Objective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Design an interactive dashboard for business stakeholders to monitor performance and support decision-making.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KPIs Used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Total Sales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Total </a:t>
            </a:r>
            <a:r>
              <a:rPr lang="en-US" dirty="0" smtClean="0"/>
              <a:t>Profit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Growth </a:t>
            </a:r>
            <a:r>
              <a:rPr lang="en-US" dirty="0" smtClean="0"/>
              <a:t>Trend</a:t>
            </a:r>
          </a:p>
          <a:p>
            <a:r>
              <a:rPr lang="en-US" dirty="0" smtClean="0"/>
              <a:t>Features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Interactive Slicers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Time-Series Analysis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KPI Cards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Visual Reports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443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365" y="67670"/>
            <a:ext cx="3592129" cy="591236"/>
          </a:xfrm>
        </p:spPr>
        <p:txBody>
          <a:bodyPr>
            <a:normAutofit fontScale="90000"/>
          </a:bodyPr>
          <a:lstStyle/>
          <a:p>
            <a:r>
              <a:rPr lang="en-IN" dirty="0"/>
              <a:t> Dashboard Components</a:t>
            </a:r>
            <a:endParaRPr lang="en-IN" dirty="0"/>
          </a:p>
        </p:txBody>
      </p:sp>
      <p:sp>
        <p:nvSpPr>
          <p:cNvPr id="6" name="Rectangle 15"/>
          <p:cNvSpPr>
            <a:spLocks noChangeArrowheads="1"/>
          </p:cNvSpPr>
          <p:nvPr/>
        </p:nvSpPr>
        <p:spPr bwMode="auto">
          <a:xfrm>
            <a:off x="0" y="-323166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18135" y="1391193"/>
            <a:ext cx="238397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>
                <a:latin typeface="Arial" panose="020B0604020202020204" pitchFamily="34" charset="0"/>
              </a:rPr>
              <a:t>Dashboard Includes</a:t>
            </a:r>
            <a:r>
              <a:rPr lang="en-US" altLang="en-US" dirty="0" smtClean="0">
                <a:latin typeface="Arial" panose="020B0604020202020204" pitchFamily="34" charset="0"/>
              </a:rPr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Sales KPI </a:t>
            </a:r>
            <a:r>
              <a:rPr lang="en-US" altLang="en-US" dirty="0" smtClean="0">
                <a:latin typeface="Arial" panose="020B0604020202020204" pitchFamily="34" charset="0"/>
              </a:rPr>
              <a:t>Card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en-US" dirty="0" smtClean="0">
                <a:latin typeface="Arial" panose="020B0604020202020204" pitchFamily="34" charset="0"/>
              </a:rPr>
              <a:t>Profit </a:t>
            </a:r>
            <a:r>
              <a:rPr lang="en-US" altLang="en-US" dirty="0">
                <a:latin typeface="Arial" panose="020B0604020202020204" pitchFamily="34" charset="0"/>
              </a:rPr>
              <a:t>KPI </a:t>
            </a:r>
            <a:r>
              <a:rPr lang="en-US" altLang="en-US" dirty="0" smtClean="0">
                <a:latin typeface="Arial" panose="020B0604020202020204" pitchFamily="34" charset="0"/>
              </a:rPr>
              <a:t>Card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en-US" dirty="0" smtClean="0">
                <a:latin typeface="Arial" panose="020B0604020202020204" pitchFamily="34" charset="0"/>
              </a:rPr>
              <a:t>Sales </a:t>
            </a:r>
            <a:r>
              <a:rPr lang="en-US" altLang="en-US" dirty="0">
                <a:latin typeface="Arial" panose="020B0604020202020204" pitchFamily="34" charset="0"/>
              </a:rPr>
              <a:t>Trend Line </a:t>
            </a:r>
            <a:r>
              <a:rPr lang="en-US" altLang="en-US" dirty="0" smtClean="0">
                <a:latin typeface="Arial" panose="020B0604020202020204" pitchFamily="34" charset="0"/>
              </a:rPr>
              <a:t>Chart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en-US" dirty="0" smtClean="0">
                <a:latin typeface="Arial" panose="020B0604020202020204" pitchFamily="34" charset="0"/>
              </a:rPr>
              <a:t>Sales </a:t>
            </a:r>
            <a:r>
              <a:rPr lang="en-US" altLang="en-US" dirty="0">
                <a:latin typeface="Arial" panose="020B0604020202020204" pitchFamily="34" charset="0"/>
              </a:rPr>
              <a:t>by Country Bar </a:t>
            </a:r>
            <a:r>
              <a:rPr lang="en-US" altLang="en-US" dirty="0" smtClean="0">
                <a:latin typeface="Arial" panose="020B0604020202020204" pitchFamily="34" charset="0"/>
              </a:rPr>
              <a:t>Chart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en-US" dirty="0" smtClean="0">
                <a:latin typeface="Arial" panose="020B0604020202020204" pitchFamily="34" charset="0"/>
              </a:rPr>
              <a:t>Sales </a:t>
            </a:r>
            <a:r>
              <a:rPr lang="en-US" altLang="en-US" dirty="0">
                <a:latin typeface="Arial" panose="020B0604020202020204" pitchFamily="34" charset="0"/>
              </a:rPr>
              <a:t>by Segment Donut </a:t>
            </a:r>
            <a:r>
              <a:rPr lang="en-US" altLang="en-US" dirty="0" smtClean="0">
                <a:latin typeface="Arial" panose="020B0604020202020204" pitchFamily="34" charset="0"/>
              </a:rPr>
              <a:t>Chart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en-US" dirty="0" smtClean="0">
                <a:latin typeface="Arial" panose="020B0604020202020204" pitchFamily="34" charset="0"/>
              </a:rPr>
              <a:t>Country</a:t>
            </a:r>
            <a:r>
              <a:rPr lang="en-US" altLang="en-US" dirty="0">
                <a:latin typeface="Arial" panose="020B0604020202020204" pitchFamily="34" charset="0"/>
              </a:rPr>
              <a:t>, Product and Date </a:t>
            </a:r>
            <a:r>
              <a:rPr lang="en-US" altLang="en-US" dirty="0" smtClean="0">
                <a:latin typeface="Arial" panose="020B0604020202020204" pitchFamily="34" charset="0"/>
              </a:rPr>
              <a:t>Filters</a:t>
            </a:r>
            <a:r>
              <a:rPr lang="en-US" altLang="en-US" dirty="0">
                <a:latin typeface="Arial" panose="020B0604020202020204" pitchFamily="34" charset="0"/>
              </a:rPr>
              <a:t/>
            </a:r>
            <a:br>
              <a:rPr lang="en-US" altLang="en-US" dirty="0">
                <a:latin typeface="Arial" panose="020B0604020202020204" pitchFamily="34" charset="0"/>
              </a:rPr>
            </a:br>
            <a:endParaRPr lang="en-IN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106" y="0"/>
            <a:ext cx="89154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235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03" y="156022"/>
            <a:ext cx="8911687" cy="1280890"/>
          </a:xfrm>
        </p:spPr>
        <p:txBody>
          <a:bodyPr/>
          <a:lstStyle/>
          <a:p>
            <a:r>
              <a:rPr lang="en-IN" dirty="0"/>
              <a:t>Key Insights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307" y="1315889"/>
            <a:ext cx="4883640" cy="4741817"/>
          </a:xfrm>
        </p:spPr>
        <p:txBody>
          <a:bodyPr>
            <a:normAutofit/>
          </a:bodyPr>
          <a:lstStyle/>
          <a:p>
            <a:r>
              <a:rPr lang="en-US" dirty="0"/>
              <a:t>Key Findings</a:t>
            </a:r>
            <a:br>
              <a:rPr lang="en-US" dirty="0"/>
            </a:br>
            <a:r>
              <a:rPr lang="en-US" dirty="0"/>
              <a:t>• Overall sales amounted to 118.73M with a profit of 16.89M.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The company experienced a positive sales trend over the </a:t>
            </a:r>
            <a:r>
              <a:rPr lang="en-US" dirty="0" smtClean="0"/>
              <a:t>analyzed </a:t>
            </a:r>
            <a:r>
              <a:rPr lang="en-US" dirty="0"/>
              <a:t>period.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The United States emerged as the leading market by sales volume.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Government and Small Business segments together accounted for the majority of total revenue.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Channel Partner sales represented the lowest contribution and may require strategic attention.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Interactive filters allow stakeholders to </a:t>
            </a:r>
            <a:r>
              <a:rPr lang="en-US" dirty="0" smtClean="0"/>
              <a:t>analyze </a:t>
            </a:r>
            <a:r>
              <a:rPr lang="en-US" dirty="0"/>
              <a:t>performance by country, product, and date.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518" y="0"/>
            <a:ext cx="5963482" cy="51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723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800" dirty="0"/>
              <a:t>The dashboard provides a clear overview of sales performance, profitability, regional distribution, and customer segments. Interactive slicers enable users to explore trends and make data-driven business decisions efficiently.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794809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34</TotalTime>
  <Words>89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Wisp</vt:lpstr>
      <vt:lpstr>Sales performance dashboard</vt:lpstr>
      <vt:lpstr>Project Objective</vt:lpstr>
      <vt:lpstr> Dashboard Components</vt:lpstr>
      <vt:lpstr>Key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performance dashboard</dc:title>
  <dc:creator>Lenovo</dc:creator>
  <cp:lastModifiedBy>Lenovo</cp:lastModifiedBy>
  <cp:revision>3</cp:revision>
  <dcterms:created xsi:type="dcterms:W3CDTF">2026-10-07T11:13:41Z</dcterms:created>
  <dcterms:modified xsi:type="dcterms:W3CDTF">2026-10-07T11:47:42Z</dcterms:modified>
</cp:coreProperties>
</file>